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59" y="0"/>
            <a:ext cx="18278283" cy="10287000"/>
          </a:xfrm>
          <a:custGeom>
            <a:avLst/>
            <a:gdLst/>
            <a:ahLst/>
            <a:cxnLst/>
            <a:rect l="l" t="t" r="r" b="b"/>
            <a:pathLst>
              <a:path w="18278283" h="10287000">
                <a:moveTo>
                  <a:pt x="0" y="0"/>
                </a:moveTo>
                <a:lnTo>
                  <a:pt x="18278282" y="0"/>
                </a:lnTo>
                <a:lnTo>
                  <a:pt x="182782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734"/>
            <a:ext cx="18288000" cy="10281531"/>
          </a:xfrm>
          <a:custGeom>
            <a:avLst/>
            <a:gdLst/>
            <a:ahLst/>
            <a:cxnLst/>
            <a:rect l="l" t="t" r="r" b="b"/>
            <a:pathLst>
              <a:path w="18288000" h="10281531">
                <a:moveTo>
                  <a:pt x="0" y="0"/>
                </a:moveTo>
                <a:lnTo>
                  <a:pt x="18288000" y="0"/>
                </a:lnTo>
                <a:lnTo>
                  <a:pt x="18288000" y="10281532"/>
                </a:lnTo>
                <a:lnTo>
                  <a:pt x="0" y="102815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85" r="-2385" b="-4827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717" y="0"/>
            <a:ext cx="18278283" cy="10287000"/>
          </a:xfrm>
          <a:custGeom>
            <a:avLst/>
            <a:gdLst/>
            <a:ahLst/>
            <a:cxnLst/>
            <a:rect l="l" t="t" r="r" b="b"/>
            <a:pathLst>
              <a:path w="18278283" h="10287000">
                <a:moveTo>
                  <a:pt x="0" y="0"/>
                </a:moveTo>
                <a:lnTo>
                  <a:pt x="18278283" y="0"/>
                </a:lnTo>
                <a:lnTo>
                  <a:pt x="182782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5814"/>
            <a:ext cx="18277675" cy="10292814"/>
          </a:xfrm>
          <a:custGeom>
            <a:avLst/>
            <a:gdLst/>
            <a:ahLst/>
            <a:cxnLst/>
            <a:rect l="l" t="t" r="r" b="b"/>
            <a:pathLst>
              <a:path w="18277675" h="10292814">
                <a:moveTo>
                  <a:pt x="0" y="0"/>
                </a:moveTo>
                <a:lnTo>
                  <a:pt x="18277675" y="0"/>
                </a:lnTo>
                <a:lnTo>
                  <a:pt x="18277675" y="10292814"/>
                </a:lnTo>
                <a:lnTo>
                  <a:pt x="0" y="102928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6059" y="0"/>
            <a:ext cx="18195881" cy="10287000"/>
          </a:xfrm>
          <a:custGeom>
            <a:avLst/>
            <a:gdLst/>
            <a:ahLst/>
            <a:cxnLst/>
            <a:rect l="l" t="t" r="r" b="b"/>
            <a:pathLst>
              <a:path w="18195881" h="10287000">
                <a:moveTo>
                  <a:pt x="0" y="0"/>
                </a:moveTo>
                <a:lnTo>
                  <a:pt x="18195882" y="0"/>
                </a:lnTo>
                <a:lnTo>
                  <a:pt x="181958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25" y="0"/>
            <a:ext cx="18267351" cy="10287000"/>
          </a:xfrm>
          <a:custGeom>
            <a:avLst/>
            <a:gdLst/>
            <a:ahLst/>
            <a:cxnLst/>
            <a:rect l="l" t="t" r="r" b="b"/>
            <a:pathLst>
              <a:path w="18267351" h="10287000">
                <a:moveTo>
                  <a:pt x="0" y="0"/>
                </a:moveTo>
                <a:lnTo>
                  <a:pt x="18267350" y="0"/>
                </a:lnTo>
                <a:lnTo>
                  <a:pt x="182673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91" y="0"/>
            <a:ext cx="18256419" cy="10287000"/>
          </a:xfrm>
          <a:custGeom>
            <a:avLst/>
            <a:gdLst/>
            <a:ahLst/>
            <a:cxnLst/>
            <a:rect l="l" t="t" r="r" b="b"/>
            <a:pathLst>
              <a:path w="18256419" h="10287000">
                <a:moveTo>
                  <a:pt x="0" y="0"/>
                </a:moveTo>
                <a:lnTo>
                  <a:pt x="18256418" y="0"/>
                </a:lnTo>
                <a:lnTo>
                  <a:pt x="1825641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4373"/>
            <a:ext cx="18288000" cy="10315746"/>
          </a:xfrm>
          <a:custGeom>
            <a:avLst/>
            <a:gdLst/>
            <a:ahLst/>
            <a:cxnLst/>
            <a:rect l="l" t="t" r="r" b="b"/>
            <a:pathLst>
              <a:path w="18288000" h="10315746">
                <a:moveTo>
                  <a:pt x="0" y="0"/>
                </a:moveTo>
                <a:lnTo>
                  <a:pt x="18288000" y="0"/>
                </a:lnTo>
                <a:lnTo>
                  <a:pt x="18288000" y="10315746"/>
                </a:lnTo>
                <a:lnTo>
                  <a:pt x="0" y="103157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941" y="0"/>
            <a:ext cx="18226118" cy="10287000"/>
          </a:xfrm>
          <a:custGeom>
            <a:avLst/>
            <a:gdLst/>
            <a:ahLst/>
            <a:cxnLst/>
            <a:rect l="l" t="t" r="r" b="b"/>
            <a:pathLst>
              <a:path w="18226118" h="10287000">
                <a:moveTo>
                  <a:pt x="0" y="0"/>
                </a:moveTo>
                <a:lnTo>
                  <a:pt x="18226118" y="0"/>
                </a:lnTo>
                <a:lnTo>
                  <a:pt x="1822611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481" y="0"/>
            <a:ext cx="18237038" cy="10287000"/>
          </a:xfrm>
          <a:custGeom>
            <a:avLst/>
            <a:gdLst/>
            <a:ahLst/>
            <a:cxnLst/>
            <a:rect l="l" t="t" r="r" b="b"/>
            <a:pathLst>
              <a:path w="18237038" h="10287000">
                <a:moveTo>
                  <a:pt x="0" y="0"/>
                </a:moveTo>
                <a:lnTo>
                  <a:pt x="18237038" y="0"/>
                </a:lnTo>
                <a:lnTo>
                  <a:pt x="1823703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135600" cy="10286999"/>
          </a:xfrm>
          <a:custGeom>
            <a:avLst/>
            <a:gdLst/>
            <a:ahLst/>
            <a:cxnLst/>
            <a:rect l="l" t="t" r="r" b="b"/>
            <a:pathLst>
              <a:path w="19393129" h="9072579">
                <a:moveTo>
                  <a:pt x="0" y="0"/>
                </a:moveTo>
                <a:lnTo>
                  <a:pt x="19393129" y="0"/>
                </a:lnTo>
                <a:lnTo>
                  <a:pt x="19393129" y="9072578"/>
                </a:lnTo>
                <a:lnTo>
                  <a:pt x="0" y="90725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0373"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25" y="0"/>
            <a:ext cx="18267351" cy="10287000"/>
          </a:xfrm>
          <a:custGeom>
            <a:avLst/>
            <a:gdLst/>
            <a:ahLst/>
            <a:cxnLst/>
            <a:rect l="l" t="t" r="r" b="b"/>
            <a:pathLst>
              <a:path w="18267351" h="10287000">
                <a:moveTo>
                  <a:pt x="0" y="0"/>
                </a:moveTo>
                <a:lnTo>
                  <a:pt x="18267350" y="0"/>
                </a:lnTo>
                <a:lnTo>
                  <a:pt x="182673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59" y="0"/>
            <a:ext cx="18278283" cy="10287000"/>
          </a:xfrm>
          <a:custGeom>
            <a:avLst/>
            <a:gdLst/>
            <a:ahLst/>
            <a:cxnLst/>
            <a:rect l="l" t="t" r="r" b="b"/>
            <a:pathLst>
              <a:path w="18278283" h="10287000">
                <a:moveTo>
                  <a:pt x="0" y="0"/>
                </a:moveTo>
                <a:lnTo>
                  <a:pt x="18278282" y="0"/>
                </a:lnTo>
                <a:lnTo>
                  <a:pt x="182782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59" y="0"/>
            <a:ext cx="18278283" cy="10287000"/>
          </a:xfrm>
          <a:custGeom>
            <a:avLst/>
            <a:gdLst/>
            <a:ahLst/>
            <a:cxnLst/>
            <a:rect l="l" t="t" r="r" b="b"/>
            <a:pathLst>
              <a:path w="18278283" h="10287000">
                <a:moveTo>
                  <a:pt x="0" y="0"/>
                </a:moveTo>
                <a:lnTo>
                  <a:pt x="18278282" y="0"/>
                </a:lnTo>
                <a:lnTo>
                  <a:pt x="182782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JEYADEV T</cp:lastModifiedBy>
  <cp:revision>2</cp:revision>
  <dcterms:created xsi:type="dcterms:W3CDTF">2006-08-16T00:00:00Z</dcterms:created>
  <dcterms:modified xsi:type="dcterms:W3CDTF">2026-10-27T05:43:58Z</dcterms:modified>
  <dc:identifier>DAHVwJghLB8</dc:identifier>
</cp:coreProperties>
</file>